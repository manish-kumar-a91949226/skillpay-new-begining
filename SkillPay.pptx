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828800"/>
            <a:ext cx="7315200" cy="7315200"/>
          </a:xfrm>
          <a:prstGeom prst="ellipse">
            <a:avLst/>
          </a:prstGeom>
          <a:ln w="19050">
            <a:solidFill>
              <a:srgbClr val="262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914400"/>
            <a:ext cx="5486400" cy="5486400"/>
          </a:xfrm>
          <a:prstGeom prst="ellipse">
            <a:avLst/>
          </a:prstGeom>
          <a:ln w="19050">
            <a:solidFill>
              <a:srgbClr val="262C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91440"/>
            <a:ext cx="3474720" cy="3474720"/>
          </a:xfrm>
          <a:prstGeom prst="ellipse">
            <a:avLst/>
          </a:prstGeom>
          <a:ln w="19050">
            <a:solidFill>
              <a:srgbClr val="C8FF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27080" y="411480"/>
            <a:ext cx="128016" cy="128016"/>
          </a:xfrm>
          <a:prstGeom prst="ellipse">
            <a:avLst/>
          </a:prstGeom>
          <a:solidFill>
            <a:srgbClr val="C8FF4D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0" y="-1417320"/>
            <a:ext cx="91440" cy="91440"/>
          </a:xfrm>
          <a:prstGeom prst="ellipse">
            <a:avLst/>
          </a:prstGeom>
          <a:solidFill>
            <a:srgbClr val="8A90AC"/>
          </a:solidFill>
          <a:ln/>
        </p:spPr>
      </p:sp>
      <p:sp>
        <p:nvSpPr>
          <p:cNvPr id="7" name="Shape 5"/>
          <p:cNvSpPr/>
          <p:nvPr/>
        </p:nvSpPr>
        <p:spPr>
          <a:xfrm>
            <a:off x="14538960" y="1920240"/>
            <a:ext cx="91440" cy="91440"/>
          </a:xfrm>
          <a:prstGeom prst="ellipse">
            <a:avLst/>
          </a:prstGeom>
          <a:solidFill>
            <a:srgbClr val="8A90A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LEARN-TO-EARN  ·  BUILT ON STELLAR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SkillPay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  </a:t>
            </a:r>
            <a:pPr indent="0" marL="0">
              <a:buNone/>
            </a:pPr>
            <a:r>
              <a:rPr lang="en-US" sz="2400" i="1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it.  </a:t>
            </a:r>
            <a:pPr indent="0" marL="0">
              <a:buNone/>
            </a:pPr>
            <a:r>
              <a:rPr lang="en-US" sz="2400" i="1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paid.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416052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40000"/>
              </a:srgbClr>
            </a:outerShdw>
          </a:effectLst>
        </p:spPr>
      </p:sp>
      <p:pic>
        <p:nvPicPr>
          <p:cNvPr id="12" name="Image 0" descr="/home/claude/skillpay/images/icon-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389120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15400" y="4407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Released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66760" y="4892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+ 240 XLM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366760" y="5486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#A1F4  ·  approved by mentor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457200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decentralized platform where mentors escrow funds for real-world tasks, and learners get paid instantly upon proving their skills.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SkillPay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spend months acquiring skills without a clear path to monetization, while mentors struggle to find verified talent.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926080"/>
            <a:ext cx="685800" cy="685800"/>
          </a:xfrm>
          <a:prstGeom prst="ellipse">
            <a:avLst/>
          </a:prstGeom>
          <a:solidFill>
            <a:srgbClr val="11172B"/>
          </a:solidFill>
          <a:ln w="12700">
            <a:solidFill>
              <a:srgbClr val="C8FF4D"/>
            </a:solidFill>
            <a:prstDash val="solid"/>
          </a:ln>
        </p:spPr>
      </p:sp>
      <p:pic>
        <p:nvPicPr>
          <p:cNvPr id="7" name="Image 0" descr="/home/claude/skillpay/images/icon-edu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31089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794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≠ Earning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43000" y="42976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education is disconnected from real-world monetization.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17720" y="260604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2926080"/>
            <a:ext cx="685800" cy="685800"/>
          </a:xfrm>
          <a:prstGeom prst="ellipse">
            <a:avLst/>
          </a:prstGeom>
          <a:solidFill>
            <a:srgbClr val="11172B"/>
          </a:solidFill>
          <a:ln w="12700">
            <a:solidFill>
              <a:srgbClr val="C8FF4D"/>
            </a:solidFill>
            <a:prstDash val="solid"/>
          </a:ln>
        </p:spPr>
      </p:sp>
      <p:pic>
        <p:nvPicPr>
          <p:cNvPr id="12" name="Image 1" descr="/home/claude/skillpay/images/icon-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1089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7760" y="3794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Fees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937760" y="42976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platforms carry high fees and persistent trust issues.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412480" y="260604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32520" y="2926080"/>
            <a:ext cx="685800" cy="685800"/>
          </a:xfrm>
          <a:prstGeom prst="ellipse">
            <a:avLst/>
          </a:prstGeom>
          <a:solidFill>
            <a:srgbClr val="11172B"/>
          </a:solidFill>
          <a:ln w="12700">
            <a:solidFill>
              <a:srgbClr val="C8FF4D"/>
            </a:solidFill>
            <a:prstDash val="solid"/>
          </a:ln>
        </p:spPr>
      </p:sp>
      <p:pic>
        <p:nvPicPr>
          <p:cNvPr id="17" name="Image 2" descr="/home/claude/skillpay/images/icon-proble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31089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32520" y="3794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Proof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732520" y="42976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skill is often theoretical — certificates, not capability.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SkillPay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SkillPay escrows funds directly on the Stellar blockchain. When a mentor approves a submission, the learner is paid instantly — no middlemen, no waiting periods.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200400" cy="3200400"/>
          </a:xfrm>
          <a:prstGeom prst="roundRect">
            <a:avLst>
              <a:gd name="adj" fmla="val 3429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29000" y="2788920"/>
            <a:ext cx="411480" cy="411480"/>
          </a:xfrm>
          <a:prstGeom prst="ellipse">
            <a:avLst/>
          </a:prstGeom>
          <a:solidFill>
            <a:srgbClr val="C8FF4D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2880360"/>
            <a:ext cx="777240" cy="777240"/>
          </a:xfrm>
          <a:prstGeom prst="ellipse">
            <a:avLst/>
          </a:prstGeom>
          <a:solidFill>
            <a:srgbClr val="11172B"/>
          </a:solidFill>
          <a:ln w="12700">
            <a:solidFill>
              <a:srgbClr val="C8FF4D"/>
            </a:solidFill>
            <a:prstDash val="solid"/>
          </a:ln>
        </p:spPr>
      </p:sp>
      <p:pic>
        <p:nvPicPr>
          <p:cNvPr id="9" name="Image 0" descr="/home/claude/skillpay/images/icon-co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309067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&amp; Earn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3000" y="4343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post real challenges backed by an XLM bounty.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74236" y="4014216"/>
            <a:ext cx="201168" cy="201168"/>
          </a:xfrm>
          <a:prstGeom prst="ellipse">
            <a:avLst/>
          </a:prstGeom>
          <a:solidFill>
            <a:srgbClr val="C8FF4D"/>
          </a:solidFill>
          <a:ln/>
        </p:spPr>
      </p:sp>
      <p:sp>
        <p:nvSpPr>
          <p:cNvPr id="13" name="Shape 10"/>
          <p:cNvSpPr/>
          <p:nvPr/>
        </p:nvSpPr>
        <p:spPr>
          <a:xfrm>
            <a:off x="4526280" y="2514600"/>
            <a:ext cx="3200400" cy="3200400"/>
          </a:xfrm>
          <a:prstGeom prst="roundRect">
            <a:avLst>
              <a:gd name="adj" fmla="val 3429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32320" y="2788920"/>
            <a:ext cx="411480" cy="411480"/>
          </a:xfrm>
          <a:prstGeom prst="ellipse">
            <a:avLst/>
          </a:prstGeom>
          <a:solidFill>
            <a:srgbClr val="C8FF4D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846320" y="2880360"/>
            <a:ext cx="777240" cy="777240"/>
          </a:xfrm>
          <a:prstGeom prst="ellipse">
            <a:avLst/>
          </a:prstGeom>
          <a:solidFill>
            <a:srgbClr val="11172B"/>
          </a:solidFill>
          <a:ln w="12700">
            <a:solidFill>
              <a:srgbClr val="C8FF4D"/>
            </a:solidFill>
            <a:prstDash val="solid"/>
          </a:ln>
        </p:spPr>
      </p:sp>
      <p:pic>
        <p:nvPicPr>
          <p:cNvPr id="17" name="Image 1" descr="/home/claude/skillpay/images/icon-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309067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4632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846320" y="4343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submit GitHub repos and live project links.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7877556" y="4014216"/>
            <a:ext cx="201168" cy="201168"/>
          </a:xfrm>
          <a:prstGeom prst="ellipse">
            <a:avLst/>
          </a:prstGeom>
          <a:solidFill>
            <a:srgbClr val="C8FF4D"/>
          </a:solidFill>
          <a:ln/>
        </p:spPr>
      </p:sp>
      <p:sp>
        <p:nvSpPr>
          <p:cNvPr id="21" name="Shape 17"/>
          <p:cNvSpPr/>
          <p:nvPr/>
        </p:nvSpPr>
        <p:spPr>
          <a:xfrm>
            <a:off x="8229600" y="2514600"/>
            <a:ext cx="3200400" cy="3200400"/>
          </a:xfrm>
          <a:prstGeom prst="roundRect">
            <a:avLst>
              <a:gd name="adj" fmla="val 3429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10835640" y="2788920"/>
            <a:ext cx="411480" cy="411480"/>
          </a:xfrm>
          <a:prstGeom prst="ellipse">
            <a:avLst/>
          </a:prstGeom>
          <a:solidFill>
            <a:srgbClr val="C8FF4D"/>
          </a:solidFill>
          <a:ln/>
        </p:spPr>
      </p:sp>
      <p:sp>
        <p:nvSpPr>
          <p:cNvPr id="23" name="Text 19"/>
          <p:cNvSpPr/>
          <p:nvPr/>
        </p:nvSpPr>
        <p:spPr>
          <a:xfrm>
            <a:off x="108356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8549640" y="2880360"/>
            <a:ext cx="777240" cy="777240"/>
          </a:xfrm>
          <a:prstGeom prst="ellipse">
            <a:avLst/>
          </a:prstGeom>
          <a:solidFill>
            <a:srgbClr val="11172B"/>
          </a:solidFill>
          <a:ln w="12700">
            <a:solidFill>
              <a:srgbClr val="C8FF4D"/>
            </a:solidFill>
            <a:prstDash val="solid"/>
          </a:ln>
        </p:spPr>
      </p:sp>
      <p:pic>
        <p:nvPicPr>
          <p:cNvPr id="25" name="Image 2" descr="/home/claude/skillpay/images/icon-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3090672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54964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Settlement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8549640" y="4343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Payouts happen instantly and securely via Freighter wallet.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SkillPay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PLAY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intersection of Web3 and education is mostly untapped. We're targeting DAOs looking to bounty out tasks and educational platforms wanting to incentivize learning.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6035040" cy="2651760"/>
          </a:xfrm>
          <a:prstGeom prst="roundRect">
            <a:avLst>
              <a:gd name="adj" fmla="val 4138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31546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$340B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188720" y="4160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EdTech market size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45262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directly with the fast-growing gig and bounty economy — a category with no dominant incumbent yet.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7804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78040" y="196596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11172B"/>
          </a:solidFill>
          <a:ln w="12700">
            <a:solidFill>
              <a:srgbClr val="262C49"/>
            </a:solidFill>
            <a:prstDash val="solid"/>
          </a:ln>
        </p:spPr>
      </p:sp>
      <p:pic>
        <p:nvPicPr>
          <p:cNvPr id="11" name="Image 0" descr="/home/claude/skillpay/images/icon-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9852" y="2240280"/>
            <a:ext cx="493776" cy="493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69480" y="29260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509760" y="196596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11172B"/>
          </a:solidFill>
          <a:ln w="12700">
            <a:solidFill>
              <a:srgbClr val="262C49"/>
            </a:solidFill>
            <a:prstDash val="solid"/>
          </a:ln>
        </p:spPr>
      </p:sp>
      <p:pic>
        <p:nvPicPr>
          <p:cNvPr id="14" name="Image 1" descr="/home/claude/skillpay/images/icon-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1572" y="2240280"/>
            <a:ext cx="493776" cy="4937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0" y="29260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178040" y="393192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11172B"/>
          </a:solidFill>
          <a:ln w="12700">
            <a:solidFill>
              <a:srgbClr val="262C49"/>
            </a:solidFill>
            <a:prstDash val="solid"/>
          </a:ln>
        </p:spPr>
      </p:sp>
      <p:pic>
        <p:nvPicPr>
          <p:cNvPr id="17" name="Image 2" descr="/home/claude/skillpay/images/icon-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852" y="4206240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69480" y="48920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Projects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509760" y="393192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11172B"/>
          </a:solidFill>
          <a:ln w="12700">
            <a:solidFill>
              <a:srgbClr val="262C49"/>
            </a:solidFill>
            <a:prstDash val="solid"/>
          </a:ln>
        </p:spPr>
      </p:sp>
      <p:pic>
        <p:nvPicPr>
          <p:cNvPr id="20" name="Image 3" descr="/home/claude/skillpay/images/icon-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572" y="4206240"/>
            <a:ext cx="493776" cy="4937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0" y="48920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Mentors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SkillPay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robust Web2.5 experience: the app feels like a modern SaaS product but leverages Stellar's low fees and high speed for the financial layer.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811780"/>
            <a:ext cx="640080" cy="640080"/>
          </a:xfrm>
          <a:prstGeom prst="ellipse">
            <a:avLst/>
          </a:prstGeom>
          <a:solidFill>
            <a:srgbClr val="0B0F1F"/>
          </a:solidFill>
          <a:ln w="12700">
            <a:solidFill>
              <a:srgbClr val="C8FF4D"/>
            </a:solidFill>
            <a:prstDash val="solid"/>
          </a:ln>
        </p:spPr>
      </p:sp>
      <p:pic>
        <p:nvPicPr>
          <p:cNvPr id="7" name="Image 0" descr="/home/claude/skillpay/images/icon-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97637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7706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14800" y="2770632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  ·   Tailwind CSS   ·   React Joyride (UX)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393192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97280" y="4137660"/>
            <a:ext cx="640080" cy="640080"/>
          </a:xfrm>
          <a:prstGeom prst="ellipse">
            <a:avLst/>
          </a:prstGeom>
          <a:solidFill>
            <a:srgbClr val="0B0F1F"/>
          </a:solidFill>
          <a:ln w="12700">
            <a:solidFill>
              <a:srgbClr val="C8FF4D"/>
            </a:solidFill>
            <a:prstDash val="solid"/>
          </a:ln>
        </p:spPr>
      </p:sp>
      <p:pic>
        <p:nvPicPr>
          <p:cNvPr id="12" name="Image 1" descr="/home/claude/skillpay/images/icon-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430225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65960" y="409651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114800" y="4096512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 ·   Express   ·   MongoDB Atlas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22960" y="525780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11172B"/>
          </a:solidFill>
          <a:ln w="19050">
            <a:solidFill>
              <a:srgbClr val="C8FF4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97280" y="5463540"/>
            <a:ext cx="640080" cy="640080"/>
          </a:xfrm>
          <a:prstGeom prst="ellipse">
            <a:avLst/>
          </a:prstGeom>
          <a:solidFill>
            <a:srgbClr val="0B0F1F"/>
          </a:solidFill>
          <a:ln w="12700">
            <a:solidFill>
              <a:srgbClr val="C8FF4D"/>
            </a:solidFill>
            <a:prstDash val="solid"/>
          </a:ln>
        </p:spPr>
      </p:sp>
      <p:pic>
        <p:nvPicPr>
          <p:cNvPr id="17" name="Image 2" descr="/home/claude/skillpay/images/icon-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562813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65960" y="542239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114800" y="5422392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SDK   ·   Freighter API for client-side signing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SkillPay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Traction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build in the dark. We onboarded real testnet users, collected structured feedback, and iterated the product to improve retention and onboarding.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3383280" cy="3154680"/>
          </a:xfrm>
          <a:prstGeom prst="roundRect">
            <a:avLst>
              <a:gd name="adj" fmla="val 3478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/home/claude/skillpay/images/icon-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880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429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1143000" y="4297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users onboarded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4709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running real bounty workflows end-to-end on Stellar testnet.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→ SHIPPED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2971800"/>
            <a:ext cx="6766560" cy="914400"/>
          </a:xfrm>
          <a:prstGeom prst="roundRect">
            <a:avLst>
              <a:gd name="adj" fmla="val 10000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3127248"/>
            <a:ext cx="594360" cy="594360"/>
          </a:xfrm>
          <a:prstGeom prst="ellipse">
            <a:avLst/>
          </a:prstGeom>
          <a:solidFill>
            <a:srgbClr val="11172B"/>
          </a:solidFill>
          <a:ln w="12700">
            <a:solidFill>
              <a:srgbClr val="C8FF4D"/>
            </a:solidFill>
            <a:prstDash val="solid"/>
          </a:ln>
        </p:spPr>
      </p:sp>
      <p:pic>
        <p:nvPicPr>
          <p:cNvPr id="13" name="Image 1" descr="/home/claude/skillpay/images/icon-com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3282696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452360" y="30632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wanted visibility into bounty status changes in real time.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0" y="4050792"/>
            <a:ext cx="6766560" cy="914400"/>
          </a:xfrm>
          <a:prstGeom prst="roundRect">
            <a:avLst>
              <a:gd name="adj" fmla="val 10000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00600" y="4206240"/>
            <a:ext cx="594360" cy="594360"/>
          </a:xfrm>
          <a:prstGeom prst="ellipse">
            <a:avLst/>
          </a:prstGeom>
          <a:solidFill>
            <a:srgbClr val="11172B"/>
          </a:solidFill>
          <a:ln w="12700">
            <a:solidFill>
              <a:srgbClr val="C8FF4D"/>
            </a:solidFill>
            <a:prstDash val="solid"/>
          </a:ln>
        </p:spPr>
      </p:sp>
      <p:pic>
        <p:nvPicPr>
          <p:cNvPr id="18" name="Image 2" descr="/home/claude/skillpay/images/icon-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4361688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77840" y="414223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452360" y="414223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dashboards so mentors can track submission activity at a glance.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0" y="5129784"/>
            <a:ext cx="6766560" cy="914400"/>
          </a:xfrm>
          <a:prstGeom prst="roundRect">
            <a:avLst>
              <a:gd name="adj" fmla="val 10000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00600" y="5285232"/>
            <a:ext cx="594360" cy="594360"/>
          </a:xfrm>
          <a:prstGeom prst="ellipse">
            <a:avLst/>
          </a:prstGeom>
          <a:solidFill>
            <a:srgbClr val="11172B"/>
          </a:solidFill>
          <a:ln w="12700">
            <a:solidFill>
              <a:srgbClr val="C8FF4D"/>
            </a:solidFill>
            <a:prstDash val="solid"/>
          </a:ln>
        </p:spPr>
      </p:sp>
      <p:pic>
        <p:nvPicPr>
          <p:cNvPr id="23" name="Image 3" descr="/home/claude/skillpay/images/icon-mapsig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5440680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522122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Tours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452360" y="5221224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walkthroughs reduced first-session drop-off for new wallets.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SkillPay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next step is Mainnet. We'll introduce Soroban smart contracts to fully decentralize escrow and dispute resolution.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08760" y="3246120"/>
            <a:ext cx="9144000" cy="0"/>
          </a:xfrm>
          <a:prstGeom prst="line">
            <a:avLst/>
          </a:prstGeom>
          <a:noFill/>
          <a:ln w="25400">
            <a:solidFill>
              <a:srgbClr val="262C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2868" y="3127248"/>
            <a:ext cx="237744" cy="237744"/>
          </a:xfrm>
          <a:prstGeom prst="ellipse">
            <a:avLst/>
          </a:prstGeom>
          <a:solidFill>
            <a:srgbClr val="C8FF4D"/>
          </a:solidFill>
          <a:ln w="19050">
            <a:solidFill>
              <a:srgbClr val="C8FF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06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NOW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3337560" cy="2331720"/>
          </a:xfrm>
          <a:prstGeom prst="roundRect">
            <a:avLst>
              <a:gd name="adj" fmla="val 4706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25980" y="3886200"/>
            <a:ext cx="731520" cy="731520"/>
          </a:xfrm>
          <a:prstGeom prst="ellipse">
            <a:avLst/>
          </a:prstGeom>
          <a:solidFill>
            <a:srgbClr val="11172B"/>
          </a:solidFill>
          <a:ln w="12700">
            <a:solidFill>
              <a:srgbClr val="C8FF4D"/>
            </a:solidFill>
            <a:prstDash val="solid"/>
          </a:ln>
        </p:spPr>
      </p:sp>
      <p:pic>
        <p:nvPicPr>
          <p:cNvPr id="10" name="Image 0" descr="/home/claude/skillpay/images/icon-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8004" y="407822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4754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on Testnet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51560" y="518464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escrow functionality live and validated with real users.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21908" y="3127248"/>
            <a:ext cx="237744" cy="237744"/>
          </a:xfrm>
          <a:prstGeom prst="ellipse">
            <a:avLst/>
          </a:prstGeom>
          <a:solidFill>
            <a:srgbClr val="0B0F1F"/>
          </a:solidFill>
          <a:ln w="19050">
            <a:solidFill>
              <a:srgbClr val="C8FF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2606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0" y="3611880"/>
            <a:ext cx="3337560" cy="2331720"/>
          </a:xfrm>
          <a:prstGeom prst="roundRect">
            <a:avLst>
              <a:gd name="adj" fmla="val 4706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75020" y="3886200"/>
            <a:ext cx="731520" cy="731520"/>
          </a:xfrm>
          <a:prstGeom prst="ellipse">
            <a:avLst/>
          </a:prstGeom>
          <a:solidFill>
            <a:srgbClr val="11172B"/>
          </a:solidFill>
          <a:ln w="12700">
            <a:solidFill>
              <a:srgbClr val="C8FF4D"/>
            </a:solidFill>
            <a:prstDash val="solid"/>
          </a:ln>
        </p:spPr>
      </p:sp>
      <p:pic>
        <p:nvPicPr>
          <p:cNvPr id="17" name="Image 1" descr="/home/claude/skillpay/images/icon-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044" y="4078224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54880" y="4754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Launch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800600" y="518464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Soroban smart contracts automate escrow and dispute resolution.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9870948" y="3127248"/>
            <a:ext cx="237744" cy="237744"/>
          </a:xfrm>
          <a:prstGeom prst="ellipse">
            <a:avLst/>
          </a:prstGeom>
          <a:solidFill>
            <a:srgbClr val="0B0F1F"/>
          </a:solidFill>
          <a:ln w="19050">
            <a:solidFill>
              <a:srgbClr val="C8FF4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321040" y="2606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321040" y="3611880"/>
            <a:ext cx="3337560" cy="2331720"/>
          </a:xfrm>
          <a:prstGeom prst="roundRect">
            <a:avLst>
              <a:gd name="adj" fmla="val 4706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624060" y="3886200"/>
            <a:ext cx="731520" cy="731520"/>
          </a:xfrm>
          <a:prstGeom prst="ellipse">
            <a:avLst/>
          </a:prstGeom>
          <a:solidFill>
            <a:srgbClr val="11172B"/>
          </a:solidFill>
          <a:ln w="12700">
            <a:solidFill>
              <a:srgbClr val="C8FF4D"/>
            </a:solidFill>
            <a:prstDash val="solid"/>
          </a:ln>
        </p:spPr>
      </p:sp>
      <p:pic>
        <p:nvPicPr>
          <p:cNvPr id="24" name="Image 2" descr="/home/claude/skillpay/images/icon-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6084" y="4078224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503920" y="4754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Integration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549640" y="518464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as a 'Bounty' layer inside major coding bootcamps.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SkillPay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2926080"/>
            <a:ext cx="7315200" cy="7315200"/>
          </a:xfrm>
          <a:prstGeom prst="ellipse">
            <a:avLst/>
          </a:prstGeom>
          <a:ln w="19050">
            <a:solidFill>
              <a:srgbClr val="262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840480"/>
            <a:ext cx="5486400" cy="5486400"/>
          </a:xfrm>
          <a:prstGeom prst="ellipse">
            <a:avLst/>
          </a:prstGeom>
          <a:ln w="19050">
            <a:solidFill>
              <a:srgbClr val="C8FF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TOGETHER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open for strategic partnerships and seed funding to bring SkillPay to Mainnet and onboard our first cohort of bootcamps and DAOs.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3840480" cy="594360"/>
          </a:xfrm>
          <a:prstGeom prst="roundRect">
            <a:avLst>
              <a:gd name="adj" fmla="val 49231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</p:spPr>
      </p:sp>
      <p:pic>
        <p:nvPicPr>
          <p:cNvPr id="8" name="Image 0" descr="/home/claude/skillpay/images/icon-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77647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3657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434840"/>
            <a:ext cx="3840480" cy="594360"/>
          </a:xfrm>
          <a:prstGeom prst="roundRect">
            <a:avLst>
              <a:gd name="adj" fmla="val 49231"/>
            </a:avLst>
          </a:prstGeom>
          <a:solidFill>
            <a:srgbClr val="161D36"/>
          </a:solidFill>
          <a:ln w="12700">
            <a:solidFill>
              <a:srgbClr val="262C49"/>
            </a:solidFill>
            <a:prstDash val="solid"/>
          </a:ln>
        </p:spPr>
      </p:sp>
      <p:pic>
        <p:nvPicPr>
          <p:cNvPr id="11" name="Image 1" descr="/home/claude/skillpay/images/icon-co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5537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44348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22960" y="5532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8F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7863840" y="2011680"/>
            <a:ext cx="3520440" cy="3840480"/>
          </a:xfrm>
          <a:prstGeom prst="roundRect">
            <a:avLst>
              <a:gd name="adj" fmla="val 3636"/>
            </a:avLst>
          </a:prstGeom>
          <a:solidFill>
            <a:srgbClr val="C8FF4D"/>
          </a:solidFill>
          <a:ln/>
          <a:effectLst>
            <a:outerShdw sx="100000" sy="100000" kx="0" ky="0" algn="bl" rotWithShape="0" blurRad="279400" dist="101600" dir="5400000">
              <a:srgbClr val="000000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2377440"/>
            <a:ext cx="278892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</p:spPr>
      </p:sp>
      <p:pic>
        <p:nvPicPr>
          <p:cNvPr id="16" name="Image 2" descr="/home/claude/skillpay/images/icon-qr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971800"/>
            <a:ext cx="1600200" cy="1600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01000" y="5349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try the live demo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SkillPay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SkillPay Pitch Deck</dc:title>
  <dc:subject>PptxGenJS Presentation</dc:subject>
  <dc:creator>SkillPay</dc:creator>
  <cp:lastModifiedBy>SkillPay</cp:lastModifiedBy>
  <cp:revision>1</cp:revision>
  <dcterms:created xsi:type="dcterms:W3CDTF">2026-06-27T18:09:08Z</dcterms:created>
  <dcterms:modified xsi:type="dcterms:W3CDTF">2026-06-27T18:09:08Z</dcterms:modified>
</cp:coreProperties>
</file>